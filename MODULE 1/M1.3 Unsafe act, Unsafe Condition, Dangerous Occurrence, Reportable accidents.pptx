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265" r:id="rId4"/>
    <p:sldId id="266" r:id="rId5"/>
    <p:sldId id="267" r:id="rId6"/>
    <p:sldId id="359" r:id="rId7"/>
    <p:sldId id="360" r:id="rId8"/>
    <p:sldId id="282" r:id="rId9"/>
    <p:sldId id="283" r:id="rId10"/>
    <p:sldId id="361" r:id="rId11"/>
    <p:sldId id="342" r:id="rId12"/>
    <p:sldId id="34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A10E-359F-A453-C2DB-3C7942ABA7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27E01A-2CFB-D1CB-C1EC-012496300F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E41ED4-F742-E42A-E6BF-FE46E6D4DC72}"/>
              </a:ext>
            </a:extLst>
          </p:cNvPr>
          <p:cNvSpPr>
            <a:spLocks noGrp="1"/>
          </p:cNvSpPr>
          <p:nvPr>
            <p:ph type="dt" sz="half" idx="10"/>
          </p:nvPr>
        </p:nvSpPr>
        <p:spPr/>
        <p:txBody>
          <a:bodyPr/>
          <a:lstStyle/>
          <a:p>
            <a:fld id="{3AFB5F22-1DDD-449B-8237-4B54C4BA5C4C}" type="datetimeFigureOut">
              <a:rPr lang="en-IN" smtClean="0"/>
              <a:t>15-07-2026</a:t>
            </a:fld>
            <a:endParaRPr lang="en-IN"/>
          </a:p>
        </p:txBody>
      </p:sp>
      <p:sp>
        <p:nvSpPr>
          <p:cNvPr id="5" name="Footer Placeholder 4">
            <a:extLst>
              <a:ext uri="{FF2B5EF4-FFF2-40B4-BE49-F238E27FC236}">
                <a16:creationId xmlns:a16="http://schemas.microsoft.com/office/drawing/2014/main" id="{2AE5C56D-1E72-D57F-D3DD-04BFC5C4DF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5A0A66-C338-A888-3636-8295D4588295}"/>
              </a:ext>
            </a:extLst>
          </p:cNvPr>
          <p:cNvSpPr>
            <a:spLocks noGrp="1"/>
          </p:cNvSpPr>
          <p:nvPr>
            <p:ph type="sldNum" sz="quarter" idx="12"/>
          </p:nvPr>
        </p:nvSpPr>
        <p:spPr/>
        <p:txBody>
          <a:bodyPr/>
          <a:lstStyle/>
          <a:p>
            <a:fld id="{9F3B47CA-2186-42FA-9699-C91825788B63}" type="slidenum">
              <a:rPr lang="en-IN" smtClean="0"/>
              <a:t>‹#›</a:t>
            </a:fld>
            <a:endParaRPr lang="en-IN"/>
          </a:p>
        </p:txBody>
      </p:sp>
    </p:spTree>
    <p:extLst>
      <p:ext uri="{BB962C8B-B14F-4D97-AF65-F5344CB8AC3E}">
        <p14:creationId xmlns:p14="http://schemas.microsoft.com/office/powerpoint/2010/main" val="451103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175A4-BE76-FDB1-E44C-B9444CA7A7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B43066-C2A9-3349-10B6-D1886DFABB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2276B3-B36D-3AE9-CA07-81783A020F50}"/>
              </a:ext>
            </a:extLst>
          </p:cNvPr>
          <p:cNvSpPr>
            <a:spLocks noGrp="1"/>
          </p:cNvSpPr>
          <p:nvPr>
            <p:ph type="dt" sz="half" idx="10"/>
          </p:nvPr>
        </p:nvSpPr>
        <p:spPr/>
        <p:txBody>
          <a:bodyPr/>
          <a:lstStyle/>
          <a:p>
            <a:fld id="{3AFB5F22-1DDD-449B-8237-4B54C4BA5C4C}" type="datetimeFigureOut">
              <a:rPr lang="en-IN" smtClean="0"/>
              <a:t>15-07-2026</a:t>
            </a:fld>
            <a:endParaRPr lang="en-IN"/>
          </a:p>
        </p:txBody>
      </p:sp>
      <p:sp>
        <p:nvSpPr>
          <p:cNvPr id="5" name="Footer Placeholder 4">
            <a:extLst>
              <a:ext uri="{FF2B5EF4-FFF2-40B4-BE49-F238E27FC236}">
                <a16:creationId xmlns:a16="http://schemas.microsoft.com/office/drawing/2014/main" id="{DA7ADFE8-BD0F-D157-C628-1C678B0A8B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AC1C8A-B61F-C6F6-C388-7DD567C967FD}"/>
              </a:ext>
            </a:extLst>
          </p:cNvPr>
          <p:cNvSpPr>
            <a:spLocks noGrp="1"/>
          </p:cNvSpPr>
          <p:nvPr>
            <p:ph type="sldNum" sz="quarter" idx="12"/>
          </p:nvPr>
        </p:nvSpPr>
        <p:spPr/>
        <p:txBody>
          <a:bodyPr/>
          <a:lstStyle/>
          <a:p>
            <a:fld id="{9F3B47CA-2186-42FA-9699-C91825788B63}" type="slidenum">
              <a:rPr lang="en-IN" smtClean="0"/>
              <a:t>‹#›</a:t>
            </a:fld>
            <a:endParaRPr lang="en-IN"/>
          </a:p>
        </p:txBody>
      </p:sp>
    </p:spTree>
    <p:extLst>
      <p:ext uri="{BB962C8B-B14F-4D97-AF65-F5344CB8AC3E}">
        <p14:creationId xmlns:p14="http://schemas.microsoft.com/office/powerpoint/2010/main" val="3887332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621F1-DC1F-703E-47F0-79C888D266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B0C0EB-137A-EE8D-20A4-7A5AB2A99E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2D7C9B-17F2-5306-FE38-7188ED078931}"/>
              </a:ext>
            </a:extLst>
          </p:cNvPr>
          <p:cNvSpPr>
            <a:spLocks noGrp="1"/>
          </p:cNvSpPr>
          <p:nvPr>
            <p:ph type="dt" sz="half" idx="10"/>
          </p:nvPr>
        </p:nvSpPr>
        <p:spPr/>
        <p:txBody>
          <a:bodyPr/>
          <a:lstStyle/>
          <a:p>
            <a:fld id="{3AFB5F22-1DDD-449B-8237-4B54C4BA5C4C}" type="datetimeFigureOut">
              <a:rPr lang="en-IN" smtClean="0"/>
              <a:t>15-07-2026</a:t>
            </a:fld>
            <a:endParaRPr lang="en-IN"/>
          </a:p>
        </p:txBody>
      </p:sp>
      <p:sp>
        <p:nvSpPr>
          <p:cNvPr id="5" name="Footer Placeholder 4">
            <a:extLst>
              <a:ext uri="{FF2B5EF4-FFF2-40B4-BE49-F238E27FC236}">
                <a16:creationId xmlns:a16="http://schemas.microsoft.com/office/drawing/2014/main" id="{6B4D3C81-FBA8-67F8-CDA4-C3120CB75F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C55BC2-C8EE-EF6B-3A94-920CA97B2B1E}"/>
              </a:ext>
            </a:extLst>
          </p:cNvPr>
          <p:cNvSpPr>
            <a:spLocks noGrp="1"/>
          </p:cNvSpPr>
          <p:nvPr>
            <p:ph type="sldNum" sz="quarter" idx="12"/>
          </p:nvPr>
        </p:nvSpPr>
        <p:spPr/>
        <p:txBody>
          <a:bodyPr/>
          <a:lstStyle/>
          <a:p>
            <a:fld id="{9F3B47CA-2186-42FA-9699-C91825788B63}" type="slidenum">
              <a:rPr lang="en-IN" smtClean="0"/>
              <a:t>‹#›</a:t>
            </a:fld>
            <a:endParaRPr lang="en-IN"/>
          </a:p>
        </p:txBody>
      </p:sp>
    </p:spTree>
    <p:extLst>
      <p:ext uri="{BB962C8B-B14F-4D97-AF65-F5344CB8AC3E}">
        <p14:creationId xmlns:p14="http://schemas.microsoft.com/office/powerpoint/2010/main" val="467611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50242-70C3-2731-3A6A-64241CEBF4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08746B-7A93-8F95-6E75-EA847F09F3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89860D-6299-D1EF-6B4E-089CCDC99B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038C5F1-ED2E-3E8C-8CF7-E7B9D669FCF3}"/>
              </a:ext>
            </a:extLst>
          </p:cNvPr>
          <p:cNvSpPr>
            <a:spLocks noGrp="1"/>
          </p:cNvSpPr>
          <p:nvPr>
            <p:ph type="dt" sz="half" idx="10"/>
          </p:nvPr>
        </p:nvSpPr>
        <p:spPr/>
        <p:txBody>
          <a:bodyPr/>
          <a:lstStyle/>
          <a:p>
            <a:fld id="{3AFB5F22-1DDD-449B-8237-4B54C4BA5C4C}" type="datetimeFigureOut">
              <a:rPr lang="en-IN" smtClean="0"/>
              <a:t>15-07-2026</a:t>
            </a:fld>
            <a:endParaRPr lang="en-IN"/>
          </a:p>
        </p:txBody>
      </p:sp>
      <p:sp>
        <p:nvSpPr>
          <p:cNvPr id="6" name="Footer Placeholder 5">
            <a:extLst>
              <a:ext uri="{FF2B5EF4-FFF2-40B4-BE49-F238E27FC236}">
                <a16:creationId xmlns:a16="http://schemas.microsoft.com/office/drawing/2014/main" id="{70BA5019-D06F-5EB8-F13F-BCE6EA4309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23173C-D274-6972-4685-DAEE1C9F04C2}"/>
              </a:ext>
            </a:extLst>
          </p:cNvPr>
          <p:cNvSpPr>
            <a:spLocks noGrp="1"/>
          </p:cNvSpPr>
          <p:nvPr>
            <p:ph type="sldNum" sz="quarter" idx="12"/>
          </p:nvPr>
        </p:nvSpPr>
        <p:spPr/>
        <p:txBody>
          <a:bodyPr/>
          <a:lstStyle/>
          <a:p>
            <a:fld id="{9F3B47CA-2186-42FA-9699-C91825788B63}" type="slidenum">
              <a:rPr lang="en-IN" smtClean="0"/>
              <a:t>‹#›</a:t>
            </a:fld>
            <a:endParaRPr lang="en-IN"/>
          </a:p>
        </p:txBody>
      </p:sp>
    </p:spTree>
    <p:extLst>
      <p:ext uri="{BB962C8B-B14F-4D97-AF65-F5344CB8AC3E}">
        <p14:creationId xmlns:p14="http://schemas.microsoft.com/office/powerpoint/2010/main" val="1197397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52678-4395-4CB8-673A-B51C14F82C2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83D761-816E-0567-635C-05DEF6CBDA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FB5D42-1124-8D39-7595-F2134C8D35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1BB0EE-8F09-C87F-BA36-6EB14BDC27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EFE079-4FB1-BC82-FA67-49A8122038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DF9C37-8969-060A-F9C9-19756F4C96B5}"/>
              </a:ext>
            </a:extLst>
          </p:cNvPr>
          <p:cNvSpPr>
            <a:spLocks noGrp="1"/>
          </p:cNvSpPr>
          <p:nvPr>
            <p:ph type="dt" sz="half" idx="10"/>
          </p:nvPr>
        </p:nvSpPr>
        <p:spPr/>
        <p:txBody>
          <a:bodyPr/>
          <a:lstStyle/>
          <a:p>
            <a:fld id="{3AFB5F22-1DDD-449B-8237-4B54C4BA5C4C}" type="datetimeFigureOut">
              <a:rPr lang="en-IN" smtClean="0"/>
              <a:t>15-07-2026</a:t>
            </a:fld>
            <a:endParaRPr lang="en-IN"/>
          </a:p>
        </p:txBody>
      </p:sp>
      <p:sp>
        <p:nvSpPr>
          <p:cNvPr id="8" name="Footer Placeholder 7">
            <a:extLst>
              <a:ext uri="{FF2B5EF4-FFF2-40B4-BE49-F238E27FC236}">
                <a16:creationId xmlns:a16="http://schemas.microsoft.com/office/drawing/2014/main" id="{DFE1F4CA-22D8-814B-F185-31852F6ED4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59CA43-753A-CDD4-E295-F087AC58D3BE}"/>
              </a:ext>
            </a:extLst>
          </p:cNvPr>
          <p:cNvSpPr>
            <a:spLocks noGrp="1"/>
          </p:cNvSpPr>
          <p:nvPr>
            <p:ph type="sldNum" sz="quarter" idx="12"/>
          </p:nvPr>
        </p:nvSpPr>
        <p:spPr/>
        <p:txBody>
          <a:bodyPr/>
          <a:lstStyle/>
          <a:p>
            <a:fld id="{9F3B47CA-2186-42FA-9699-C91825788B63}" type="slidenum">
              <a:rPr lang="en-IN" smtClean="0"/>
              <a:t>‹#›</a:t>
            </a:fld>
            <a:endParaRPr lang="en-IN"/>
          </a:p>
        </p:txBody>
      </p:sp>
    </p:spTree>
    <p:extLst>
      <p:ext uri="{BB962C8B-B14F-4D97-AF65-F5344CB8AC3E}">
        <p14:creationId xmlns:p14="http://schemas.microsoft.com/office/powerpoint/2010/main" val="3544540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560CC-AB08-3A65-12C9-EF38F8B0FF5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80F659E-1B0F-F73A-DBC8-4BC25C772730}"/>
              </a:ext>
            </a:extLst>
          </p:cNvPr>
          <p:cNvSpPr>
            <a:spLocks noGrp="1"/>
          </p:cNvSpPr>
          <p:nvPr>
            <p:ph type="dt" sz="half" idx="10"/>
          </p:nvPr>
        </p:nvSpPr>
        <p:spPr/>
        <p:txBody>
          <a:bodyPr/>
          <a:lstStyle/>
          <a:p>
            <a:fld id="{3AFB5F22-1DDD-449B-8237-4B54C4BA5C4C}" type="datetimeFigureOut">
              <a:rPr lang="en-IN" smtClean="0"/>
              <a:t>15-07-2026</a:t>
            </a:fld>
            <a:endParaRPr lang="en-IN"/>
          </a:p>
        </p:txBody>
      </p:sp>
      <p:sp>
        <p:nvSpPr>
          <p:cNvPr id="4" name="Footer Placeholder 3">
            <a:extLst>
              <a:ext uri="{FF2B5EF4-FFF2-40B4-BE49-F238E27FC236}">
                <a16:creationId xmlns:a16="http://schemas.microsoft.com/office/drawing/2014/main" id="{0C6D06D6-8166-9AF4-BD4E-458EEC2CEB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74D87D-C879-878A-5033-C5EB40C7FBDE}"/>
              </a:ext>
            </a:extLst>
          </p:cNvPr>
          <p:cNvSpPr>
            <a:spLocks noGrp="1"/>
          </p:cNvSpPr>
          <p:nvPr>
            <p:ph type="sldNum" sz="quarter" idx="12"/>
          </p:nvPr>
        </p:nvSpPr>
        <p:spPr/>
        <p:txBody>
          <a:bodyPr/>
          <a:lstStyle/>
          <a:p>
            <a:fld id="{9F3B47CA-2186-42FA-9699-C91825788B63}" type="slidenum">
              <a:rPr lang="en-IN" smtClean="0"/>
              <a:t>‹#›</a:t>
            </a:fld>
            <a:endParaRPr lang="en-IN"/>
          </a:p>
        </p:txBody>
      </p:sp>
    </p:spTree>
    <p:extLst>
      <p:ext uri="{BB962C8B-B14F-4D97-AF65-F5344CB8AC3E}">
        <p14:creationId xmlns:p14="http://schemas.microsoft.com/office/powerpoint/2010/main" val="1060082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410D3C-7565-62A0-A95D-047B63AA8CE8}"/>
              </a:ext>
            </a:extLst>
          </p:cNvPr>
          <p:cNvSpPr>
            <a:spLocks noGrp="1"/>
          </p:cNvSpPr>
          <p:nvPr>
            <p:ph type="dt" sz="half" idx="10"/>
          </p:nvPr>
        </p:nvSpPr>
        <p:spPr/>
        <p:txBody>
          <a:bodyPr/>
          <a:lstStyle/>
          <a:p>
            <a:fld id="{3AFB5F22-1DDD-449B-8237-4B54C4BA5C4C}" type="datetimeFigureOut">
              <a:rPr lang="en-IN" smtClean="0"/>
              <a:t>15-07-2026</a:t>
            </a:fld>
            <a:endParaRPr lang="en-IN"/>
          </a:p>
        </p:txBody>
      </p:sp>
      <p:sp>
        <p:nvSpPr>
          <p:cNvPr id="3" name="Footer Placeholder 2">
            <a:extLst>
              <a:ext uri="{FF2B5EF4-FFF2-40B4-BE49-F238E27FC236}">
                <a16:creationId xmlns:a16="http://schemas.microsoft.com/office/drawing/2014/main" id="{66E3290F-A310-FE5D-B8C5-09AD3955DC4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5F901B7-6CE6-D695-77D0-30BAAAAFD0AB}"/>
              </a:ext>
            </a:extLst>
          </p:cNvPr>
          <p:cNvSpPr>
            <a:spLocks noGrp="1"/>
          </p:cNvSpPr>
          <p:nvPr>
            <p:ph type="sldNum" sz="quarter" idx="12"/>
          </p:nvPr>
        </p:nvSpPr>
        <p:spPr/>
        <p:txBody>
          <a:bodyPr/>
          <a:lstStyle/>
          <a:p>
            <a:fld id="{9F3B47CA-2186-42FA-9699-C91825788B63}" type="slidenum">
              <a:rPr lang="en-IN" smtClean="0"/>
              <a:t>‹#›</a:t>
            </a:fld>
            <a:endParaRPr lang="en-IN"/>
          </a:p>
        </p:txBody>
      </p:sp>
    </p:spTree>
    <p:extLst>
      <p:ext uri="{BB962C8B-B14F-4D97-AF65-F5344CB8AC3E}">
        <p14:creationId xmlns:p14="http://schemas.microsoft.com/office/powerpoint/2010/main" val="235620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95486-2AF4-4D2F-DFF1-FBF7095C7B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42FB60-D7DA-F3D2-B3E7-2DD764C2C1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8FA6DEE-40B7-B998-719D-2068784AF6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5F0DD6-D2F7-D80B-3065-F2337926612F}"/>
              </a:ext>
            </a:extLst>
          </p:cNvPr>
          <p:cNvSpPr>
            <a:spLocks noGrp="1"/>
          </p:cNvSpPr>
          <p:nvPr>
            <p:ph type="dt" sz="half" idx="10"/>
          </p:nvPr>
        </p:nvSpPr>
        <p:spPr/>
        <p:txBody>
          <a:bodyPr/>
          <a:lstStyle/>
          <a:p>
            <a:fld id="{3AFB5F22-1DDD-449B-8237-4B54C4BA5C4C}" type="datetimeFigureOut">
              <a:rPr lang="en-IN" smtClean="0"/>
              <a:t>15-07-2026</a:t>
            </a:fld>
            <a:endParaRPr lang="en-IN"/>
          </a:p>
        </p:txBody>
      </p:sp>
      <p:sp>
        <p:nvSpPr>
          <p:cNvPr id="6" name="Footer Placeholder 5">
            <a:extLst>
              <a:ext uri="{FF2B5EF4-FFF2-40B4-BE49-F238E27FC236}">
                <a16:creationId xmlns:a16="http://schemas.microsoft.com/office/drawing/2014/main" id="{A7E570F2-B10D-E43B-2A63-2D91F03149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869DC4-21C1-1324-D870-9FA65411E092}"/>
              </a:ext>
            </a:extLst>
          </p:cNvPr>
          <p:cNvSpPr>
            <a:spLocks noGrp="1"/>
          </p:cNvSpPr>
          <p:nvPr>
            <p:ph type="sldNum" sz="quarter" idx="12"/>
          </p:nvPr>
        </p:nvSpPr>
        <p:spPr/>
        <p:txBody>
          <a:bodyPr/>
          <a:lstStyle/>
          <a:p>
            <a:fld id="{9F3B47CA-2186-42FA-9699-C91825788B63}" type="slidenum">
              <a:rPr lang="en-IN" smtClean="0"/>
              <a:t>‹#›</a:t>
            </a:fld>
            <a:endParaRPr lang="en-IN"/>
          </a:p>
        </p:txBody>
      </p:sp>
    </p:spTree>
    <p:extLst>
      <p:ext uri="{BB962C8B-B14F-4D97-AF65-F5344CB8AC3E}">
        <p14:creationId xmlns:p14="http://schemas.microsoft.com/office/powerpoint/2010/main" val="1143764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0EC-679F-2EA5-EEA1-6754A15512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C4FBD02-9889-1838-0BB7-CA3C6919BE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3E4C02-F1AE-A415-FE54-F28E844199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1D2C1C-771B-4AFB-99D4-996610555978}"/>
              </a:ext>
            </a:extLst>
          </p:cNvPr>
          <p:cNvSpPr>
            <a:spLocks noGrp="1"/>
          </p:cNvSpPr>
          <p:nvPr>
            <p:ph type="dt" sz="half" idx="10"/>
          </p:nvPr>
        </p:nvSpPr>
        <p:spPr/>
        <p:txBody>
          <a:bodyPr/>
          <a:lstStyle/>
          <a:p>
            <a:fld id="{3AFB5F22-1DDD-449B-8237-4B54C4BA5C4C}" type="datetimeFigureOut">
              <a:rPr lang="en-IN" smtClean="0"/>
              <a:t>15-07-2026</a:t>
            </a:fld>
            <a:endParaRPr lang="en-IN"/>
          </a:p>
        </p:txBody>
      </p:sp>
      <p:sp>
        <p:nvSpPr>
          <p:cNvPr id="6" name="Footer Placeholder 5">
            <a:extLst>
              <a:ext uri="{FF2B5EF4-FFF2-40B4-BE49-F238E27FC236}">
                <a16:creationId xmlns:a16="http://schemas.microsoft.com/office/drawing/2014/main" id="{86B1E4B3-1F8F-53F1-E4D9-A062513A54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C92FAE-1EDD-CF4F-FAB7-E6E097A4D53F}"/>
              </a:ext>
            </a:extLst>
          </p:cNvPr>
          <p:cNvSpPr>
            <a:spLocks noGrp="1"/>
          </p:cNvSpPr>
          <p:nvPr>
            <p:ph type="sldNum" sz="quarter" idx="12"/>
          </p:nvPr>
        </p:nvSpPr>
        <p:spPr/>
        <p:txBody>
          <a:bodyPr/>
          <a:lstStyle/>
          <a:p>
            <a:fld id="{9F3B47CA-2186-42FA-9699-C91825788B63}" type="slidenum">
              <a:rPr lang="en-IN" smtClean="0"/>
              <a:t>‹#›</a:t>
            </a:fld>
            <a:endParaRPr lang="en-IN"/>
          </a:p>
        </p:txBody>
      </p:sp>
    </p:spTree>
    <p:extLst>
      <p:ext uri="{BB962C8B-B14F-4D97-AF65-F5344CB8AC3E}">
        <p14:creationId xmlns:p14="http://schemas.microsoft.com/office/powerpoint/2010/main" val="4274108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C57AB-F9D2-4D95-CDB6-109CDD443A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02F25D-960C-1496-488E-FE6A28F728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D676ED-60A0-6748-2925-3C4D4E00B5C1}"/>
              </a:ext>
            </a:extLst>
          </p:cNvPr>
          <p:cNvSpPr>
            <a:spLocks noGrp="1"/>
          </p:cNvSpPr>
          <p:nvPr>
            <p:ph type="dt" sz="half" idx="10"/>
          </p:nvPr>
        </p:nvSpPr>
        <p:spPr/>
        <p:txBody>
          <a:bodyPr/>
          <a:lstStyle/>
          <a:p>
            <a:fld id="{3AFB5F22-1DDD-449B-8237-4B54C4BA5C4C}" type="datetimeFigureOut">
              <a:rPr lang="en-IN" smtClean="0"/>
              <a:t>15-07-2026</a:t>
            </a:fld>
            <a:endParaRPr lang="en-IN"/>
          </a:p>
        </p:txBody>
      </p:sp>
      <p:sp>
        <p:nvSpPr>
          <p:cNvPr id="5" name="Footer Placeholder 4">
            <a:extLst>
              <a:ext uri="{FF2B5EF4-FFF2-40B4-BE49-F238E27FC236}">
                <a16:creationId xmlns:a16="http://schemas.microsoft.com/office/drawing/2014/main" id="{D14CF17D-1B52-1772-AF35-D09BACF4DB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4F3931-A399-BDEC-0E96-9B63E3BDBCB6}"/>
              </a:ext>
            </a:extLst>
          </p:cNvPr>
          <p:cNvSpPr>
            <a:spLocks noGrp="1"/>
          </p:cNvSpPr>
          <p:nvPr>
            <p:ph type="sldNum" sz="quarter" idx="12"/>
          </p:nvPr>
        </p:nvSpPr>
        <p:spPr/>
        <p:txBody>
          <a:bodyPr/>
          <a:lstStyle/>
          <a:p>
            <a:fld id="{9F3B47CA-2186-42FA-9699-C91825788B63}" type="slidenum">
              <a:rPr lang="en-IN" smtClean="0"/>
              <a:t>‹#›</a:t>
            </a:fld>
            <a:endParaRPr lang="en-IN"/>
          </a:p>
        </p:txBody>
      </p:sp>
    </p:spTree>
    <p:extLst>
      <p:ext uri="{BB962C8B-B14F-4D97-AF65-F5344CB8AC3E}">
        <p14:creationId xmlns:p14="http://schemas.microsoft.com/office/powerpoint/2010/main" val="499916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6701CA-6F94-D956-3DFB-BAEE22FF97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0152CE-FD69-9D6A-D21C-F7D6767472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143E62-DA78-31C1-07B2-33814BEB366B}"/>
              </a:ext>
            </a:extLst>
          </p:cNvPr>
          <p:cNvSpPr>
            <a:spLocks noGrp="1"/>
          </p:cNvSpPr>
          <p:nvPr>
            <p:ph type="dt" sz="half" idx="10"/>
          </p:nvPr>
        </p:nvSpPr>
        <p:spPr/>
        <p:txBody>
          <a:bodyPr/>
          <a:lstStyle/>
          <a:p>
            <a:fld id="{3AFB5F22-1DDD-449B-8237-4B54C4BA5C4C}" type="datetimeFigureOut">
              <a:rPr lang="en-IN" smtClean="0"/>
              <a:t>15-07-2026</a:t>
            </a:fld>
            <a:endParaRPr lang="en-IN"/>
          </a:p>
        </p:txBody>
      </p:sp>
      <p:sp>
        <p:nvSpPr>
          <p:cNvPr id="5" name="Footer Placeholder 4">
            <a:extLst>
              <a:ext uri="{FF2B5EF4-FFF2-40B4-BE49-F238E27FC236}">
                <a16:creationId xmlns:a16="http://schemas.microsoft.com/office/drawing/2014/main" id="{D9E5659D-CCDF-AC72-F28C-DE869DC4EF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B0C3F7-E1A6-A5EE-9EF9-913F5DBF5E41}"/>
              </a:ext>
            </a:extLst>
          </p:cNvPr>
          <p:cNvSpPr>
            <a:spLocks noGrp="1"/>
          </p:cNvSpPr>
          <p:nvPr>
            <p:ph type="sldNum" sz="quarter" idx="12"/>
          </p:nvPr>
        </p:nvSpPr>
        <p:spPr/>
        <p:txBody>
          <a:bodyPr/>
          <a:lstStyle/>
          <a:p>
            <a:fld id="{9F3B47CA-2186-42FA-9699-C91825788B63}" type="slidenum">
              <a:rPr lang="en-IN" smtClean="0"/>
              <a:t>‹#›</a:t>
            </a:fld>
            <a:endParaRPr lang="en-IN"/>
          </a:p>
        </p:txBody>
      </p:sp>
    </p:spTree>
    <p:extLst>
      <p:ext uri="{BB962C8B-B14F-4D97-AF65-F5344CB8AC3E}">
        <p14:creationId xmlns:p14="http://schemas.microsoft.com/office/powerpoint/2010/main" val="2884833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D39F27-6FD4-9C8F-BE24-4BF138C595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F66394-E8F9-76A9-4EBE-6524A81A39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326B2B-66C9-8658-0431-681A4B82B7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FB5F22-1DDD-449B-8237-4B54C4BA5C4C}" type="datetimeFigureOut">
              <a:rPr lang="en-IN" smtClean="0"/>
              <a:t>15-07-2026</a:t>
            </a:fld>
            <a:endParaRPr lang="en-IN"/>
          </a:p>
        </p:txBody>
      </p:sp>
      <p:sp>
        <p:nvSpPr>
          <p:cNvPr id="5" name="Footer Placeholder 4">
            <a:extLst>
              <a:ext uri="{FF2B5EF4-FFF2-40B4-BE49-F238E27FC236}">
                <a16:creationId xmlns:a16="http://schemas.microsoft.com/office/drawing/2014/main" id="{E6259343-AF3D-F7E1-61AB-5646B54215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FFA7C13-8893-61F0-20F6-8372A593A6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3B47CA-2186-42FA-9699-C91825788B63}" type="slidenum">
              <a:rPr lang="en-IN" smtClean="0"/>
              <a:t>‹#›</a:t>
            </a:fld>
            <a:endParaRPr lang="en-IN"/>
          </a:p>
        </p:txBody>
      </p:sp>
    </p:spTree>
    <p:extLst>
      <p:ext uri="{BB962C8B-B14F-4D97-AF65-F5344CB8AC3E}">
        <p14:creationId xmlns:p14="http://schemas.microsoft.com/office/powerpoint/2010/main" val="1106407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D9A19E-884E-47F8-BFD0-D992B2912682}"/>
              </a:ext>
            </a:extLst>
          </p:cNvPr>
          <p:cNvPicPr>
            <a:picLocks noChangeAspect="1"/>
          </p:cNvPicPr>
          <p:nvPr/>
        </p:nvPicPr>
        <p:blipFill>
          <a:blip r:embed="rId2"/>
          <a:stretch>
            <a:fillRect/>
          </a:stretch>
        </p:blipFill>
        <p:spPr>
          <a:xfrm>
            <a:off x="1566230" y="9047"/>
            <a:ext cx="9059539" cy="6839905"/>
          </a:xfrm>
          <a:prstGeom prst="rect">
            <a:avLst/>
          </a:prstGeom>
        </p:spPr>
      </p:pic>
    </p:spTree>
    <p:extLst>
      <p:ext uri="{BB962C8B-B14F-4D97-AF65-F5344CB8AC3E}">
        <p14:creationId xmlns:p14="http://schemas.microsoft.com/office/powerpoint/2010/main" val="600161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E63EFD-057E-4476-B211-27BD7E8B37DE}"/>
              </a:ext>
            </a:extLst>
          </p:cNvPr>
          <p:cNvPicPr>
            <a:picLocks noChangeAspect="1"/>
          </p:cNvPicPr>
          <p:nvPr/>
        </p:nvPicPr>
        <p:blipFill>
          <a:blip r:embed="rId2"/>
          <a:stretch>
            <a:fillRect/>
          </a:stretch>
        </p:blipFill>
        <p:spPr>
          <a:xfrm>
            <a:off x="1599572" y="128127"/>
            <a:ext cx="8992855" cy="6601746"/>
          </a:xfrm>
          <a:prstGeom prst="rect">
            <a:avLst/>
          </a:prstGeom>
        </p:spPr>
      </p:pic>
    </p:spTree>
    <p:extLst>
      <p:ext uri="{BB962C8B-B14F-4D97-AF65-F5344CB8AC3E}">
        <p14:creationId xmlns:p14="http://schemas.microsoft.com/office/powerpoint/2010/main" val="104275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665816-C83C-4A12-8643-27CEBC3C7EBE}"/>
              </a:ext>
            </a:extLst>
          </p:cNvPr>
          <p:cNvPicPr>
            <a:picLocks noChangeAspect="1"/>
          </p:cNvPicPr>
          <p:nvPr/>
        </p:nvPicPr>
        <p:blipFill>
          <a:blip r:embed="rId2"/>
          <a:stretch>
            <a:fillRect/>
          </a:stretch>
        </p:blipFill>
        <p:spPr>
          <a:xfrm>
            <a:off x="1580520" y="37626"/>
            <a:ext cx="9030960" cy="6782747"/>
          </a:xfrm>
          <a:prstGeom prst="rect">
            <a:avLst/>
          </a:prstGeom>
        </p:spPr>
      </p:pic>
    </p:spTree>
    <p:extLst>
      <p:ext uri="{BB962C8B-B14F-4D97-AF65-F5344CB8AC3E}">
        <p14:creationId xmlns:p14="http://schemas.microsoft.com/office/powerpoint/2010/main" val="1604308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30239B-1B4E-43B9-9CCA-31695BD94499}"/>
              </a:ext>
            </a:extLst>
          </p:cNvPr>
          <p:cNvPicPr>
            <a:picLocks noChangeAspect="1"/>
          </p:cNvPicPr>
          <p:nvPr/>
        </p:nvPicPr>
        <p:blipFill>
          <a:blip r:embed="rId2"/>
          <a:stretch>
            <a:fillRect/>
          </a:stretch>
        </p:blipFill>
        <p:spPr>
          <a:xfrm>
            <a:off x="1590046" y="61442"/>
            <a:ext cx="9011908" cy="6735115"/>
          </a:xfrm>
          <a:prstGeom prst="rect">
            <a:avLst/>
          </a:prstGeom>
        </p:spPr>
      </p:pic>
    </p:spTree>
    <p:extLst>
      <p:ext uri="{BB962C8B-B14F-4D97-AF65-F5344CB8AC3E}">
        <p14:creationId xmlns:p14="http://schemas.microsoft.com/office/powerpoint/2010/main" val="876023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236EE0-D199-43F0-AB1C-CE7E381EB609}"/>
              </a:ext>
            </a:extLst>
          </p:cNvPr>
          <p:cNvPicPr>
            <a:picLocks noChangeAspect="1"/>
          </p:cNvPicPr>
          <p:nvPr/>
        </p:nvPicPr>
        <p:blipFill>
          <a:blip r:embed="rId2"/>
          <a:stretch>
            <a:fillRect/>
          </a:stretch>
        </p:blipFill>
        <p:spPr>
          <a:xfrm>
            <a:off x="1590046" y="70969"/>
            <a:ext cx="9011908" cy="6716062"/>
          </a:xfrm>
          <a:prstGeom prst="rect">
            <a:avLst/>
          </a:prstGeom>
        </p:spPr>
      </p:pic>
    </p:spTree>
    <p:extLst>
      <p:ext uri="{BB962C8B-B14F-4D97-AF65-F5344CB8AC3E}">
        <p14:creationId xmlns:p14="http://schemas.microsoft.com/office/powerpoint/2010/main" val="1357011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E8689-625D-BC83-F6D9-DD187188B05A}"/>
              </a:ext>
            </a:extLst>
          </p:cNvPr>
          <p:cNvSpPr>
            <a:spLocks noGrp="1"/>
          </p:cNvSpPr>
          <p:nvPr>
            <p:ph type="title"/>
          </p:nvPr>
        </p:nvSpPr>
        <p:spPr/>
        <p:txBody>
          <a:bodyPr/>
          <a:lstStyle/>
          <a:p>
            <a:r>
              <a:rPr lang="en-US" dirty="0"/>
              <a:t>To prevent unsafe act type accidents</a:t>
            </a:r>
          </a:p>
        </p:txBody>
      </p:sp>
      <p:sp>
        <p:nvSpPr>
          <p:cNvPr id="3" name="Content Placeholder 2">
            <a:extLst>
              <a:ext uri="{FF2B5EF4-FFF2-40B4-BE49-F238E27FC236}">
                <a16:creationId xmlns:a16="http://schemas.microsoft.com/office/drawing/2014/main" id="{1DAF7027-EAB0-41C7-5702-8ADA09ADE18C}"/>
              </a:ext>
            </a:extLst>
          </p:cNvPr>
          <p:cNvSpPr>
            <a:spLocks noGrp="1"/>
          </p:cNvSpPr>
          <p:nvPr>
            <p:ph idx="1"/>
          </p:nvPr>
        </p:nvSpPr>
        <p:spPr/>
        <p:txBody>
          <a:bodyPr>
            <a:normAutofit/>
          </a:bodyPr>
          <a:lstStyle/>
          <a:p>
            <a:r>
              <a:rPr lang="en-US" sz="2400" dirty="0"/>
              <a:t>Think about how to do the task safely prior to engaging in the work.</a:t>
            </a:r>
          </a:p>
          <a:p>
            <a:r>
              <a:rPr lang="en-US" sz="2400" dirty="0"/>
              <a:t>Warn co-workers of hazards. When a custodian is mopping the floor, use warning signs at conspicuous locations to warn pedestrian traffic. If something spills on the floor, warn co-workers of the hazard until the spill is cleaned. If equipment is damaged or defective, warn coworkers by taking the equipment out of service or by lockout/tagout.</a:t>
            </a:r>
          </a:p>
          <a:p>
            <a:r>
              <a:rPr lang="en-US" sz="2400" dirty="0"/>
              <a:t>Comply with all work rules and procedures.</a:t>
            </a:r>
          </a:p>
          <a:p>
            <a:r>
              <a:rPr lang="en-US" sz="2400" dirty="0"/>
              <a:t>If you are not trained to use a piece of equipment, don’t use it.</a:t>
            </a:r>
          </a:p>
          <a:p>
            <a:r>
              <a:rPr lang="en-US" sz="2400" dirty="0"/>
              <a:t>Don’t rush your work or take shortcuts. Don’t try to complete a ten minute task in two minutes. Chances are that something will go wrong.</a:t>
            </a:r>
          </a:p>
          <a:p>
            <a:endParaRPr lang="en-US" sz="2400" dirty="0"/>
          </a:p>
        </p:txBody>
      </p:sp>
    </p:spTree>
    <p:extLst>
      <p:ext uri="{BB962C8B-B14F-4D97-AF65-F5344CB8AC3E}">
        <p14:creationId xmlns:p14="http://schemas.microsoft.com/office/powerpoint/2010/main" val="665173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E8689-625D-BC83-F6D9-DD187188B05A}"/>
              </a:ext>
            </a:extLst>
          </p:cNvPr>
          <p:cNvSpPr>
            <a:spLocks noGrp="1"/>
          </p:cNvSpPr>
          <p:nvPr>
            <p:ph type="title"/>
          </p:nvPr>
        </p:nvSpPr>
        <p:spPr/>
        <p:txBody>
          <a:bodyPr/>
          <a:lstStyle/>
          <a:p>
            <a:r>
              <a:rPr lang="en-US" dirty="0"/>
              <a:t>To prevent unsafe act type accidents</a:t>
            </a:r>
            <a:endParaRPr lang="en-IN" dirty="0"/>
          </a:p>
        </p:txBody>
      </p:sp>
      <p:sp>
        <p:nvSpPr>
          <p:cNvPr id="3" name="Content Placeholder 2">
            <a:extLst>
              <a:ext uri="{FF2B5EF4-FFF2-40B4-BE49-F238E27FC236}">
                <a16:creationId xmlns:a16="http://schemas.microsoft.com/office/drawing/2014/main" id="{1DAF7027-EAB0-41C7-5702-8ADA09ADE18C}"/>
              </a:ext>
            </a:extLst>
          </p:cNvPr>
          <p:cNvSpPr>
            <a:spLocks noGrp="1"/>
          </p:cNvSpPr>
          <p:nvPr>
            <p:ph idx="1"/>
          </p:nvPr>
        </p:nvSpPr>
        <p:spPr/>
        <p:txBody>
          <a:bodyPr>
            <a:normAutofit/>
          </a:bodyPr>
          <a:lstStyle/>
          <a:p>
            <a:r>
              <a:rPr lang="en-US" sz="2400" dirty="0"/>
              <a:t>Use all equipment, tools, and material in the appropriate and intended manner. Don’t use a </a:t>
            </a:r>
            <a:r>
              <a:rPr lang="en-IN" sz="2400" dirty="0"/>
              <a:t>chair as a ladder.</a:t>
            </a:r>
          </a:p>
          <a:p>
            <a:r>
              <a:rPr lang="en-US" sz="2400" dirty="0"/>
              <a:t>Use proper lifting technique, a lifting device, or get assistance.</a:t>
            </a:r>
          </a:p>
          <a:p>
            <a:r>
              <a:rPr lang="en-US" sz="2400" dirty="0"/>
              <a:t>Use appropriate personal protective equipment.</a:t>
            </a:r>
          </a:p>
          <a:p>
            <a:r>
              <a:rPr lang="en-US" sz="2400" dirty="0"/>
              <a:t>Stop and mentor employees engaged in unsafe acts.</a:t>
            </a:r>
          </a:p>
          <a:p>
            <a:r>
              <a:rPr lang="en-US" sz="2400" dirty="0"/>
              <a:t>Supervisors should be vigilant for unsafe acts</a:t>
            </a:r>
            <a:endParaRPr lang="en-IN" sz="2400" dirty="0"/>
          </a:p>
        </p:txBody>
      </p:sp>
    </p:spTree>
    <p:extLst>
      <p:ext uri="{BB962C8B-B14F-4D97-AF65-F5344CB8AC3E}">
        <p14:creationId xmlns:p14="http://schemas.microsoft.com/office/powerpoint/2010/main" val="2675007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E1B601-0247-4C0B-9EE5-2581AED2C20D}"/>
              </a:ext>
            </a:extLst>
          </p:cNvPr>
          <p:cNvPicPr>
            <a:picLocks noChangeAspect="1"/>
          </p:cNvPicPr>
          <p:nvPr/>
        </p:nvPicPr>
        <p:blipFill>
          <a:blip r:embed="rId2"/>
          <a:stretch>
            <a:fillRect/>
          </a:stretch>
        </p:blipFill>
        <p:spPr>
          <a:xfrm>
            <a:off x="1590046" y="70969"/>
            <a:ext cx="9011908" cy="6716062"/>
          </a:xfrm>
          <a:prstGeom prst="rect">
            <a:avLst/>
          </a:prstGeom>
        </p:spPr>
      </p:pic>
    </p:spTree>
    <p:extLst>
      <p:ext uri="{BB962C8B-B14F-4D97-AF65-F5344CB8AC3E}">
        <p14:creationId xmlns:p14="http://schemas.microsoft.com/office/powerpoint/2010/main" val="1110439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C31D80-6703-4F58-898A-926944B8A445}"/>
              </a:ext>
            </a:extLst>
          </p:cNvPr>
          <p:cNvPicPr>
            <a:picLocks noChangeAspect="1"/>
          </p:cNvPicPr>
          <p:nvPr/>
        </p:nvPicPr>
        <p:blipFill>
          <a:blip r:embed="rId2"/>
          <a:stretch>
            <a:fillRect/>
          </a:stretch>
        </p:blipFill>
        <p:spPr>
          <a:xfrm>
            <a:off x="1580520" y="47153"/>
            <a:ext cx="9030960" cy="6763694"/>
          </a:xfrm>
          <a:prstGeom prst="rect">
            <a:avLst/>
          </a:prstGeom>
        </p:spPr>
      </p:pic>
    </p:spTree>
    <p:extLst>
      <p:ext uri="{BB962C8B-B14F-4D97-AF65-F5344CB8AC3E}">
        <p14:creationId xmlns:p14="http://schemas.microsoft.com/office/powerpoint/2010/main" val="2871656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6906D-04DC-B835-9A3F-4BE23F32767E}"/>
              </a:ext>
            </a:extLst>
          </p:cNvPr>
          <p:cNvSpPr>
            <a:spLocks noGrp="1"/>
          </p:cNvSpPr>
          <p:nvPr>
            <p:ph type="title"/>
          </p:nvPr>
        </p:nvSpPr>
        <p:spPr/>
        <p:txBody>
          <a:bodyPr/>
          <a:lstStyle/>
          <a:p>
            <a:r>
              <a:rPr lang="en-US" dirty="0"/>
              <a:t>To prevent unsafe condition type accidents</a:t>
            </a:r>
            <a:endParaRPr lang="en-IN" dirty="0"/>
          </a:p>
        </p:txBody>
      </p:sp>
      <p:sp>
        <p:nvSpPr>
          <p:cNvPr id="3" name="Content Placeholder 2">
            <a:extLst>
              <a:ext uri="{FF2B5EF4-FFF2-40B4-BE49-F238E27FC236}">
                <a16:creationId xmlns:a16="http://schemas.microsoft.com/office/drawing/2014/main" id="{8A0E8E68-0B6A-67BD-7C4A-14AF1EE50B72}"/>
              </a:ext>
            </a:extLst>
          </p:cNvPr>
          <p:cNvSpPr>
            <a:spLocks noGrp="1"/>
          </p:cNvSpPr>
          <p:nvPr>
            <p:ph idx="1"/>
          </p:nvPr>
        </p:nvSpPr>
        <p:spPr/>
        <p:txBody>
          <a:bodyPr>
            <a:normAutofit lnSpcReduction="10000"/>
          </a:bodyPr>
          <a:lstStyle/>
          <a:p>
            <a:r>
              <a:rPr lang="en-US" sz="2400" dirty="0"/>
              <a:t>Think about how to do the task safely prior to engaging in the work. Ensure that you have all appropriate equipment, tools and material to safely do the job. If you don’t have the correct equipment, e.g., personal protective equipment, tell your supervisor before starting the work.</a:t>
            </a:r>
          </a:p>
          <a:p>
            <a:r>
              <a:rPr lang="en-US" sz="2400" dirty="0"/>
              <a:t>Inspect all equipment, tools and material before use. Make certain the item is in good working condition and is appropriate for the task.</a:t>
            </a:r>
          </a:p>
          <a:p>
            <a:r>
              <a:rPr lang="en-US" sz="2400" dirty="0"/>
              <a:t>Make certain that you have enough space to complete the job. Many injuries are caused because employees didn’t have sufficient room to do a job.</a:t>
            </a:r>
          </a:p>
          <a:p>
            <a:r>
              <a:rPr lang="en-US" sz="2400" dirty="0"/>
              <a:t>Injuries occur everyday because employees choose not to say anything about known hazards. Employees identifying unsafe conditions should cease their activity and report the condition to their immediate supervisor for corrective action.</a:t>
            </a:r>
            <a:endParaRPr lang="en-IN" sz="2400" dirty="0"/>
          </a:p>
        </p:txBody>
      </p:sp>
    </p:spTree>
    <p:extLst>
      <p:ext uri="{BB962C8B-B14F-4D97-AF65-F5344CB8AC3E}">
        <p14:creationId xmlns:p14="http://schemas.microsoft.com/office/powerpoint/2010/main" val="3566405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C4E12-E4D3-42C6-6CDE-943B92A14A5D}"/>
              </a:ext>
            </a:extLst>
          </p:cNvPr>
          <p:cNvSpPr>
            <a:spLocks noGrp="1"/>
          </p:cNvSpPr>
          <p:nvPr>
            <p:ph type="title"/>
          </p:nvPr>
        </p:nvSpPr>
        <p:spPr/>
        <p:txBody>
          <a:bodyPr/>
          <a:lstStyle/>
          <a:p>
            <a:r>
              <a:rPr lang="en-IN" dirty="0"/>
              <a:t>Reportable accidents</a:t>
            </a:r>
          </a:p>
        </p:txBody>
      </p:sp>
      <p:sp>
        <p:nvSpPr>
          <p:cNvPr id="3" name="Content Placeholder 2">
            <a:extLst>
              <a:ext uri="{FF2B5EF4-FFF2-40B4-BE49-F238E27FC236}">
                <a16:creationId xmlns:a16="http://schemas.microsoft.com/office/drawing/2014/main" id="{D2BAD50E-85CD-9224-63C3-BD38620F7BD1}"/>
              </a:ext>
            </a:extLst>
          </p:cNvPr>
          <p:cNvSpPr>
            <a:spLocks noGrp="1"/>
          </p:cNvSpPr>
          <p:nvPr>
            <p:ph idx="1"/>
          </p:nvPr>
        </p:nvSpPr>
        <p:spPr/>
        <p:txBody>
          <a:bodyPr/>
          <a:lstStyle/>
          <a:p>
            <a:r>
              <a:rPr lang="en-US" dirty="0"/>
              <a:t>Reportable accidents</a:t>
            </a:r>
            <a:r>
              <a:rPr lang="en-US" i="0" dirty="0">
                <a:effectLst/>
              </a:rPr>
              <a:t> </a:t>
            </a:r>
            <a:r>
              <a:rPr lang="en-US" b="0" i="0" dirty="0">
                <a:effectLst/>
              </a:rPr>
              <a:t>mean workplace accidents that are required to be reported to an occupational safety officer of the </a:t>
            </a:r>
            <a:r>
              <a:rPr lang="en-US" b="0" i="0" dirty="0" err="1">
                <a:effectLst/>
              </a:rPr>
              <a:t>Labour</a:t>
            </a:r>
            <a:r>
              <a:rPr lang="en-US" b="0" i="0" dirty="0">
                <a:effectLst/>
              </a:rPr>
              <a:t> Department. </a:t>
            </a:r>
          </a:p>
          <a:p>
            <a:r>
              <a:rPr lang="en-US" b="0" i="0" dirty="0">
                <a:effectLst/>
              </a:rPr>
              <a:t>For any accident that results in an employee being incapacitated from working for at least three days, the accident should be reported in writing within seven days after the date of the accident. </a:t>
            </a:r>
          </a:p>
          <a:p>
            <a:r>
              <a:rPr lang="en-US" b="0" i="0" dirty="0">
                <a:effectLst/>
              </a:rPr>
              <a:t>For more serious accidents that involve death or serious bodily injury to an employee, the employer has to notify the </a:t>
            </a:r>
            <a:r>
              <a:rPr lang="en-US" b="0" i="0" dirty="0" err="1">
                <a:effectLst/>
              </a:rPr>
              <a:t>Labour</a:t>
            </a:r>
            <a:r>
              <a:rPr lang="en-US" b="0" i="0" dirty="0">
                <a:effectLst/>
              </a:rPr>
              <a:t> Department within 24 hours after the accident.</a:t>
            </a:r>
            <a:endParaRPr lang="en-IN" dirty="0"/>
          </a:p>
        </p:txBody>
      </p:sp>
    </p:spTree>
    <p:extLst>
      <p:ext uri="{BB962C8B-B14F-4D97-AF65-F5344CB8AC3E}">
        <p14:creationId xmlns:p14="http://schemas.microsoft.com/office/powerpoint/2010/main" val="3132511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1FA1A-1E71-6DF1-89AF-672201B7F026}"/>
              </a:ext>
            </a:extLst>
          </p:cNvPr>
          <p:cNvSpPr>
            <a:spLocks noGrp="1"/>
          </p:cNvSpPr>
          <p:nvPr>
            <p:ph type="title"/>
          </p:nvPr>
        </p:nvSpPr>
        <p:spPr>
          <a:xfrm>
            <a:off x="838200" y="365125"/>
            <a:ext cx="10515600" cy="969153"/>
          </a:xfrm>
        </p:spPr>
        <p:txBody>
          <a:bodyPr>
            <a:normAutofit/>
          </a:bodyPr>
          <a:lstStyle/>
          <a:p>
            <a:r>
              <a:rPr lang="en-IN" b="1" i="0" u="none" strike="noStrike" baseline="0" dirty="0"/>
              <a:t>Dangerous occurrence</a:t>
            </a:r>
            <a:endParaRPr lang="en-IN" dirty="0"/>
          </a:p>
        </p:txBody>
      </p:sp>
      <p:sp>
        <p:nvSpPr>
          <p:cNvPr id="3" name="Content Placeholder 2">
            <a:extLst>
              <a:ext uri="{FF2B5EF4-FFF2-40B4-BE49-F238E27FC236}">
                <a16:creationId xmlns:a16="http://schemas.microsoft.com/office/drawing/2014/main" id="{7218522A-A156-BA01-5DFF-6A99A0BCF792}"/>
              </a:ext>
            </a:extLst>
          </p:cNvPr>
          <p:cNvSpPr>
            <a:spLocks noGrp="1"/>
          </p:cNvSpPr>
          <p:nvPr>
            <p:ph idx="1"/>
          </p:nvPr>
        </p:nvSpPr>
        <p:spPr>
          <a:xfrm>
            <a:off x="838200" y="1567543"/>
            <a:ext cx="10515600" cy="4609420"/>
          </a:xfrm>
        </p:spPr>
        <p:txBody>
          <a:bodyPr>
            <a:noAutofit/>
          </a:bodyPr>
          <a:lstStyle/>
          <a:p>
            <a:pPr algn="l"/>
            <a:r>
              <a:rPr lang="en-US" sz="2400" b="0" i="0" u="none" strike="noStrike" baseline="0" dirty="0"/>
              <a:t>Dangerous occurrences are certain unintended, specified events, which may not result in a reportable injury, but which do have the potential to cause significant harm.</a:t>
            </a:r>
          </a:p>
          <a:p>
            <a:pPr algn="l"/>
            <a:r>
              <a:rPr lang="en-US" sz="2400" b="0" i="0" u="none" strike="noStrike" baseline="0" dirty="0"/>
              <a:t>Dangerous occurrences usually include incidents involving:</a:t>
            </a:r>
          </a:p>
          <a:p>
            <a:pPr marL="0" indent="0" algn="l">
              <a:buNone/>
            </a:pPr>
            <a:r>
              <a:rPr lang="en-IN" sz="2400" dirty="0"/>
              <a:t>	</a:t>
            </a:r>
            <a:r>
              <a:rPr lang="en-IN" sz="2400" b="0" i="0" u="none" strike="noStrike" baseline="0" dirty="0"/>
              <a:t>o Lifting equipment		o Pressure systems</a:t>
            </a:r>
          </a:p>
          <a:p>
            <a:pPr marL="0" indent="0" algn="l">
              <a:buNone/>
            </a:pPr>
            <a:r>
              <a:rPr lang="en-IN" sz="2400" b="0" i="0" u="none" strike="noStrike" baseline="0" dirty="0"/>
              <a:t>	o Overhead electric lines	</a:t>
            </a:r>
            <a:r>
              <a:rPr lang="en-US" sz="2400" b="0" i="0" u="none" strike="noStrike" baseline="0" dirty="0"/>
              <a:t>o Electrical incidents causing explosion or fire</a:t>
            </a:r>
          </a:p>
          <a:p>
            <a:pPr marL="0" indent="0" algn="l">
              <a:buNone/>
            </a:pPr>
            <a:r>
              <a:rPr lang="en-IN" sz="2400" b="0" i="0" u="none" strike="noStrike" baseline="0" dirty="0"/>
              <a:t>	o Breathing apparatus		o Explosions, biological agents	</a:t>
            </a:r>
          </a:p>
          <a:p>
            <a:pPr marL="0" indent="0" algn="l">
              <a:buNone/>
            </a:pPr>
            <a:r>
              <a:rPr lang="en-IN" sz="2400" dirty="0"/>
              <a:t>	</a:t>
            </a:r>
            <a:r>
              <a:rPr lang="en-IN" sz="2400" b="0" i="0" u="none" strike="noStrike" baseline="0" dirty="0"/>
              <a:t>o Diving operations 		</a:t>
            </a:r>
            <a:r>
              <a:rPr lang="en-US" sz="2400" b="0" i="0" u="none" strike="noStrike" baseline="0" dirty="0"/>
              <a:t>o Radiation generators and radiography</a:t>
            </a:r>
          </a:p>
          <a:p>
            <a:pPr marL="0" indent="0" algn="l">
              <a:buNone/>
            </a:pPr>
            <a:r>
              <a:rPr lang="en-IN" sz="2400" b="0" i="0" u="none" strike="noStrike" baseline="0" dirty="0"/>
              <a:t>	o Collapse of scaffolding	o Train collisions</a:t>
            </a:r>
          </a:p>
          <a:p>
            <a:pPr marL="0" indent="0" algn="l">
              <a:buNone/>
            </a:pPr>
            <a:r>
              <a:rPr lang="en-IN" sz="2400" b="0" i="0" u="none" strike="noStrike" baseline="0" dirty="0"/>
              <a:t>	o Wells				</a:t>
            </a:r>
            <a:r>
              <a:rPr lang="en-US" sz="2400" b="0" i="0" u="none" strike="noStrike" baseline="0" dirty="0"/>
              <a:t>o Pipelines or pipeline works</a:t>
            </a:r>
          </a:p>
        </p:txBody>
      </p:sp>
    </p:spTree>
    <p:extLst>
      <p:ext uri="{BB962C8B-B14F-4D97-AF65-F5344CB8AC3E}">
        <p14:creationId xmlns:p14="http://schemas.microsoft.com/office/powerpoint/2010/main" val="2560715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542</Words>
  <Application>Microsoft Office PowerPoint</Application>
  <PresentationFormat>Widescreen</PresentationFormat>
  <Paragraphs>30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To prevent unsafe act type accidents</vt:lpstr>
      <vt:lpstr>To prevent unsafe act type accidents</vt:lpstr>
      <vt:lpstr>PowerPoint Presentation</vt:lpstr>
      <vt:lpstr>PowerPoint Presentation</vt:lpstr>
      <vt:lpstr>To prevent unsafe condition type accidents</vt:lpstr>
      <vt:lpstr>Reportable accidents</vt:lpstr>
      <vt:lpstr>Dangerous occurrence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2026-07-15T09:22:56Z</dcterms:created>
  <dcterms:modified xsi:type="dcterms:W3CDTF">2026-07-15T09:23:57Z</dcterms:modified>
</cp:coreProperties>
</file>